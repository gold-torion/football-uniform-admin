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3C3F2-B717-4119-B01B-EF8934425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D41A1C-BFD2-4FD7-98EA-4F50DD9C8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AECE-7A84-45CD-BC32-A2CD626F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E030C8-1030-4646-A4B1-363C15714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5174D0-D265-4E9A-9D74-4A7C60431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889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0627D-FA63-43D5-8869-C309C18B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064003-1A60-4673-9923-443126917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98F84A-E43F-40A1-9F69-3CAC1506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3746EA-81DE-4A31-98B9-4EF03AE3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E17394-23FB-455B-B00B-7120CDA7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72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619A6-5991-4EEB-9F94-3BE3E4E6E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65BE6F-668C-402C-9EF8-C4424883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23471-55C0-48D5-8F2C-03EBBD48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471297-2190-4467-ACF9-8CB01628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0F8BCE-12CA-4CDA-A343-3C3E78C7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723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60DED-DF67-4DBF-BCB9-8C4C874B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C05D26-8311-44D3-B084-6CEE0A5D6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C8C148-0760-4F2A-97AC-7A1BF0F1E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D565F0-727B-4130-960A-7A2D2D057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BB153D-9AF1-424E-847B-8E1F6746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11B673-BD1D-440E-BB08-3BDE786D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48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1492D-C32B-4E58-88C9-753349D7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74FCD3-6587-4E08-B510-584FCAE68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781708-5838-4D3B-8267-6974692B3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4061B9-9594-4C5F-A1D6-407C8B904C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0CA785-404B-4A50-AA68-5F3843CCE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5867523-AD1C-42B5-98BF-EC5B136B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019362-91F4-4F83-A68E-241D34FF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CE6EB7-46E9-4449-B82E-D65CD621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6878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426E1-72F6-484F-A740-D894C2C8F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78488E-A317-48B2-96A2-502F7266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2E25EA-66FB-40F8-B4E6-84D6AA566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989B14-A3D1-4514-84DB-533914C2D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31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657DF7-33DE-4C5B-9677-C7ED98B01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1A3CBE-230C-4712-9B3F-A0EBAD4C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426C76-7E52-463F-B7D7-FDF7A4E4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852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170AE-8B0E-41E4-A331-8559CAF2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BE4762-3F34-4275-9426-B69600C14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0B32D0-D4CC-490A-B25D-9F52F34F0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754AA8-7662-4924-8F4C-67D13854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59D520-F123-4E01-934A-26D0884E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671AEC-7273-43EC-B752-B88198C4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79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C9570-0801-49D1-8432-6D807227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AB803F5-C28D-4094-B537-A366BAB12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C2962B-C6DB-4224-86B4-F61692F82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2F87E0-F026-4844-982A-A14AEEEB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FF4E83-916A-4157-97B3-06566E631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A7E893-DDCF-41E6-950E-4E9DE423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2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123F5-3D26-480D-8378-2BBA3F7C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2CF8BF-DEDC-4715-97E9-6B3C208E1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D8CD24-45EB-4A7D-B7FF-7EE3FF59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CE4E3B-CFCC-4138-9D41-87698AA0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0A2598-ED3F-42DC-AAE9-F56725E7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78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F693A0-87A4-4C88-BCE3-B73DD8335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062BCA-E965-48E2-A14E-1C52697D8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BF3B89-8260-40FD-838C-D54567A6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CDA26B-87E3-4C24-9C9C-B5F35ECA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CA0316-A551-49D7-A1C5-8B2804A34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539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4D4D039-60C0-40FE-AB56-66677747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B9A705-E493-4F16-A951-9345ADF63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A21284-FB2B-4878-9649-15D434E28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1F853-77AB-47B5-BEBB-1BFEA00FC99F}" type="datetimeFigureOut">
              <a:rPr lang="pt-BR" smtClean="0"/>
              <a:t>03/07/2026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9EC85D-0BB1-481A-A026-E7B609D29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6D9A52-5647-4EFE-9203-0DB73DD97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740A5-85E2-4764-ACDF-4DD4F79D4B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8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ocs.pagar.me/docs/marketplac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pagar.me/reference/res264346-manual-de-integra%C3%A7%C3%A3o" TargetMode="External"/><Relationship Id="rId5" Type="http://schemas.openxmlformats.org/officeDocument/2006/relationships/hyperlink" Target="https://wise.com/br/codigo-do-banco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D74D275-FBE9-4F66-AF76-33E4A3FB3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13" y="114300"/>
            <a:ext cx="3200400" cy="67437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B231450-B536-40A7-BA79-040EB5725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744" y="114300"/>
            <a:ext cx="3200400" cy="6743700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F743A73B-4086-4D5F-813D-D5E237EA7C77}"/>
              </a:ext>
            </a:extLst>
          </p:cNvPr>
          <p:cNvSpPr/>
          <p:nvPr/>
        </p:nvSpPr>
        <p:spPr>
          <a:xfrm>
            <a:off x="3890865" y="2985796"/>
            <a:ext cx="1586204" cy="7557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712AC2-7567-49F4-AC7C-6AC79F5F0718}"/>
              </a:ext>
            </a:extLst>
          </p:cNvPr>
          <p:cNvSpPr txBox="1"/>
          <p:nvPr/>
        </p:nvSpPr>
        <p:spPr>
          <a:xfrm>
            <a:off x="6683912" y="3393768"/>
            <a:ext cx="1608325" cy="307777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Dados Pessoais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BB708AF-6338-49F2-9CD4-E9268C3E50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07"/>
          <a:stretch/>
        </p:blipFill>
        <p:spPr>
          <a:xfrm>
            <a:off x="6260750" y="3272256"/>
            <a:ext cx="632965" cy="44366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5389ADD-25CC-409D-81A1-0848603EF86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98" y="3780663"/>
            <a:ext cx="332949" cy="389327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1E0B8CA3-3FD2-483B-91E3-D663F500E7B3}"/>
              </a:ext>
            </a:extLst>
          </p:cNvPr>
          <p:cNvSpPr txBox="1"/>
          <p:nvPr/>
        </p:nvSpPr>
        <p:spPr>
          <a:xfrm>
            <a:off x="6683912" y="3839353"/>
            <a:ext cx="1608325" cy="307777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Financeiro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BDFC73D-A5F9-4511-A161-CDFE7D887962}"/>
              </a:ext>
            </a:extLst>
          </p:cNvPr>
          <p:cNvSpPr/>
          <p:nvPr/>
        </p:nvSpPr>
        <p:spPr>
          <a:xfrm>
            <a:off x="6215744" y="3272256"/>
            <a:ext cx="3200400" cy="89773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7337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39712AC2-7567-49F4-AC7C-6AC79F5F0718}"/>
              </a:ext>
            </a:extLst>
          </p:cNvPr>
          <p:cNvSpPr txBox="1"/>
          <p:nvPr/>
        </p:nvSpPr>
        <p:spPr>
          <a:xfrm>
            <a:off x="6496457" y="2334113"/>
            <a:ext cx="2785415" cy="3970318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Nome Completo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 err="1">
                <a:solidFill>
                  <a:schemeClr val="bg1"/>
                </a:solidFill>
              </a:rPr>
              <a:t>Email</a:t>
            </a:r>
            <a:endParaRPr lang="pt-BR" sz="1400" b="1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Telefone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CPF </a:t>
            </a:r>
            <a:r>
              <a:rPr lang="pt-BR" sz="1400" dirty="0">
                <a:solidFill>
                  <a:schemeClr val="bg1"/>
                </a:solidFill>
              </a:rPr>
              <a:t>(</a:t>
            </a:r>
            <a:r>
              <a:rPr lang="pt-BR" sz="1400" dirty="0" err="1">
                <a:solidFill>
                  <a:schemeClr val="bg1"/>
                </a:solidFill>
              </a:rPr>
              <a:t>after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inputed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need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showed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with</a:t>
            </a:r>
            <a:r>
              <a:rPr lang="pt-BR" sz="1400" dirty="0">
                <a:solidFill>
                  <a:schemeClr val="bg1"/>
                </a:solidFill>
              </a:rPr>
              <a:t> a </a:t>
            </a:r>
            <a:r>
              <a:rPr lang="pt-BR" sz="1400" dirty="0" err="1">
                <a:solidFill>
                  <a:schemeClr val="bg1"/>
                </a:solidFill>
              </a:rPr>
              <a:t>mask</a:t>
            </a:r>
            <a:r>
              <a:rPr lang="pt-BR" sz="1400" dirty="0">
                <a:solidFill>
                  <a:schemeClr val="bg1"/>
                </a:solidFill>
              </a:rPr>
              <a:t> like 445.***.***-77)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*</a:t>
            </a:r>
            <a:r>
              <a:rPr lang="pt-BR" sz="1400" b="1" dirty="0">
                <a:solidFill>
                  <a:schemeClr val="bg1"/>
                </a:solidFill>
              </a:rPr>
              <a:t> Após registrar os dados, só será possível altera-los entrando em contato via contato@arenadosmantos.app.br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(</a:t>
            </a:r>
            <a:r>
              <a:rPr lang="pt-BR" sz="1400" dirty="0" err="1">
                <a:solidFill>
                  <a:schemeClr val="bg1"/>
                </a:solidFill>
              </a:rPr>
              <a:t>These</a:t>
            </a:r>
            <a:r>
              <a:rPr lang="pt-BR" sz="1400" dirty="0">
                <a:solidFill>
                  <a:schemeClr val="bg1"/>
                </a:solidFill>
              </a:rPr>
              <a:t> data </a:t>
            </a:r>
            <a:r>
              <a:rPr lang="pt-BR" sz="1400" dirty="0" err="1">
                <a:solidFill>
                  <a:schemeClr val="bg1"/>
                </a:solidFill>
              </a:rPr>
              <a:t>need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inputed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and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after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that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can’t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changed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inside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app. </a:t>
            </a:r>
            <a:br>
              <a:rPr lang="pt-BR" sz="1400" dirty="0">
                <a:solidFill>
                  <a:schemeClr val="bg1"/>
                </a:solidFill>
              </a:rPr>
            </a:br>
            <a:r>
              <a:rPr lang="pt-BR" sz="1400" dirty="0" err="1">
                <a:solidFill>
                  <a:schemeClr val="bg1"/>
                </a:solidFill>
              </a:rPr>
              <a:t>Once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registered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can</a:t>
            </a:r>
            <a:r>
              <a:rPr lang="pt-BR" sz="1400" dirty="0">
                <a:solidFill>
                  <a:schemeClr val="bg1"/>
                </a:solidFill>
              </a:rPr>
              <a:t> Only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changed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contacting</a:t>
            </a:r>
            <a:r>
              <a:rPr lang="pt-BR" sz="1400" dirty="0">
                <a:solidFill>
                  <a:schemeClr val="bg1"/>
                </a:solidFill>
              </a:rPr>
              <a:t> contato@arenadosmantos.app.br)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2A44D80-CA4B-434F-A9F8-09745DB96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17" y="114300"/>
            <a:ext cx="3200400" cy="67437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346F50-8701-42A3-A690-13670465BB5E}"/>
              </a:ext>
            </a:extLst>
          </p:cNvPr>
          <p:cNvSpPr txBox="1"/>
          <p:nvPr/>
        </p:nvSpPr>
        <p:spPr>
          <a:xfrm>
            <a:off x="1881985" y="3393768"/>
            <a:ext cx="1608325" cy="307777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Dados Pessoais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A0816A9-4B47-4EA2-8D70-CE8259A964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07"/>
          <a:stretch/>
        </p:blipFill>
        <p:spPr>
          <a:xfrm>
            <a:off x="1458823" y="3272256"/>
            <a:ext cx="632965" cy="44366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1ED5096-C897-4610-A359-8806E151381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71" y="3780663"/>
            <a:ext cx="332949" cy="38932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7C0AE48-4B0C-4339-A203-82389E1262BA}"/>
              </a:ext>
            </a:extLst>
          </p:cNvPr>
          <p:cNvSpPr txBox="1"/>
          <p:nvPr/>
        </p:nvSpPr>
        <p:spPr>
          <a:xfrm>
            <a:off x="1881985" y="3839353"/>
            <a:ext cx="1608325" cy="307777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Financeiro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3EA7FF3-F48F-438F-A1B6-A54C505D9332}"/>
              </a:ext>
            </a:extLst>
          </p:cNvPr>
          <p:cNvSpPr/>
          <p:nvPr/>
        </p:nvSpPr>
        <p:spPr>
          <a:xfrm>
            <a:off x="1458823" y="3272255"/>
            <a:ext cx="3200400" cy="46029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E1EE70FB-F702-4E7F-8BDD-A09D84599FB8}"/>
              </a:ext>
            </a:extLst>
          </p:cNvPr>
          <p:cNvCxnSpPr>
            <a:cxnSpLocks/>
          </p:cNvCxnSpPr>
          <p:nvPr/>
        </p:nvCxnSpPr>
        <p:spPr>
          <a:xfrm>
            <a:off x="4836160" y="3505200"/>
            <a:ext cx="1483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653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39712AC2-7567-49F4-AC7C-6AC79F5F0718}"/>
              </a:ext>
            </a:extLst>
          </p:cNvPr>
          <p:cNvSpPr txBox="1"/>
          <p:nvPr/>
        </p:nvSpPr>
        <p:spPr>
          <a:xfrm>
            <a:off x="5222240" y="5321586"/>
            <a:ext cx="6725920" cy="1169551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</a:rPr>
              <a:t>* Após registrar os dados, só será possível altera-los entrando em contato via contato@arenadosmantos.app.br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(</a:t>
            </a:r>
            <a:r>
              <a:rPr lang="pt-BR" sz="1400" dirty="0" err="1">
                <a:solidFill>
                  <a:schemeClr val="bg1"/>
                </a:solidFill>
              </a:rPr>
              <a:t>These</a:t>
            </a:r>
            <a:r>
              <a:rPr lang="pt-BR" sz="1400" dirty="0">
                <a:solidFill>
                  <a:schemeClr val="bg1"/>
                </a:solidFill>
              </a:rPr>
              <a:t> data </a:t>
            </a:r>
            <a:r>
              <a:rPr lang="pt-BR" sz="1400" dirty="0" err="1">
                <a:solidFill>
                  <a:schemeClr val="bg1"/>
                </a:solidFill>
              </a:rPr>
              <a:t>need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inputed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and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after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that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can’t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changed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inside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app. </a:t>
            </a:r>
            <a:br>
              <a:rPr lang="pt-BR" sz="1400" dirty="0">
                <a:solidFill>
                  <a:schemeClr val="bg1"/>
                </a:solidFill>
              </a:rPr>
            </a:br>
            <a:r>
              <a:rPr lang="pt-BR" sz="1400" dirty="0" err="1">
                <a:solidFill>
                  <a:schemeClr val="bg1"/>
                </a:solidFill>
              </a:rPr>
              <a:t>Once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registered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can</a:t>
            </a:r>
            <a:r>
              <a:rPr lang="pt-BR" sz="1400" dirty="0">
                <a:solidFill>
                  <a:schemeClr val="bg1"/>
                </a:solidFill>
              </a:rPr>
              <a:t> Only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changed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contacting</a:t>
            </a:r>
            <a:r>
              <a:rPr lang="pt-BR" sz="1400" dirty="0">
                <a:solidFill>
                  <a:schemeClr val="bg1"/>
                </a:solidFill>
              </a:rPr>
              <a:t> contato@arenadosmantos.app.br)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2A44D80-CA4B-434F-A9F8-09745DB96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17" y="114300"/>
            <a:ext cx="3200400" cy="67437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346F50-8701-42A3-A690-13670465BB5E}"/>
              </a:ext>
            </a:extLst>
          </p:cNvPr>
          <p:cNvSpPr txBox="1"/>
          <p:nvPr/>
        </p:nvSpPr>
        <p:spPr>
          <a:xfrm>
            <a:off x="1881985" y="3393768"/>
            <a:ext cx="1608325" cy="307777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Dados Pessoais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A0816A9-4B47-4EA2-8D70-CE8259A964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07"/>
          <a:stretch/>
        </p:blipFill>
        <p:spPr>
          <a:xfrm>
            <a:off x="1458823" y="3272256"/>
            <a:ext cx="632965" cy="44366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1ED5096-C897-4610-A359-8806E151381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71" y="3780663"/>
            <a:ext cx="332949" cy="389327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7C0AE48-4B0C-4339-A203-82389E1262BA}"/>
              </a:ext>
            </a:extLst>
          </p:cNvPr>
          <p:cNvSpPr txBox="1"/>
          <p:nvPr/>
        </p:nvSpPr>
        <p:spPr>
          <a:xfrm>
            <a:off x="1881985" y="3839353"/>
            <a:ext cx="1608325" cy="307777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Financeiro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3EA7FF3-F48F-438F-A1B6-A54C505D9332}"/>
              </a:ext>
            </a:extLst>
          </p:cNvPr>
          <p:cNvSpPr/>
          <p:nvPr/>
        </p:nvSpPr>
        <p:spPr>
          <a:xfrm>
            <a:off x="1458823" y="3686833"/>
            <a:ext cx="3200400" cy="460297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E1EE70FB-F702-4E7F-8BDD-A09D84599FB8}"/>
              </a:ext>
            </a:extLst>
          </p:cNvPr>
          <p:cNvCxnSpPr>
            <a:cxnSpLocks/>
          </p:cNvCxnSpPr>
          <p:nvPr/>
        </p:nvCxnSpPr>
        <p:spPr>
          <a:xfrm>
            <a:off x="4460240" y="3854894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F6B3F39-6217-4774-9627-18175C304367}"/>
              </a:ext>
            </a:extLst>
          </p:cNvPr>
          <p:cNvSpPr txBox="1"/>
          <p:nvPr/>
        </p:nvSpPr>
        <p:spPr>
          <a:xfrm>
            <a:off x="5222240" y="114300"/>
            <a:ext cx="3665118" cy="1600438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Nome Completo </a:t>
            </a:r>
            <a:r>
              <a:rPr lang="pt-BR" sz="1400" dirty="0">
                <a:solidFill>
                  <a:schemeClr val="bg1"/>
                </a:solidFill>
              </a:rPr>
              <a:t>(</a:t>
            </a:r>
            <a:r>
              <a:rPr lang="pt-BR" sz="1400" dirty="0" err="1">
                <a:solidFill>
                  <a:schemeClr val="bg1"/>
                </a:solidFill>
              </a:rPr>
              <a:t>locked</a:t>
            </a:r>
            <a:r>
              <a:rPr lang="pt-BR" sz="1400" dirty="0">
                <a:solidFill>
                  <a:schemeClr val="bg1"/>
                </a:solidFill>
              </a:rPr>
              <a:t> data, it </a:t>
            </a:r>
            <a:r>
              <a:rPr lang="pt-BR" sz="1400" dirty="0" err="1">
                <a:solidFill>
                  <a:schemeClr val="bg1"/>
                </a:solidFill>
              </a:rPr>
              <a:t>will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get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info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from</a:t>
            </a:r>
            <a:r>
              <a:rPr lang="pt-BR" sz="1400" dirty="0">
                <a:solidFill>
                  <a:schemeClr val="bg1"/>
                </a:solidFill>
              </a:rPr>
              <a:t> “Dados Pessoais”)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 err="1">
                <a:solidFill>
                  <a:schemeClr val="bg1"/>
                </a:solidFill>
              </a:rPr>
              <a:t>Email</a:t>
            </a:r>
            <a:r>
              <a:rPr lang="pt-BR" sz="1400" dirty="0">
                <a:solidFill>
                  <a:schemeClr val="bg1"/>
                </a:solidFill>
              </a:rPr>
              <a:t> (</a:t>
            </a:r>
            <a:r>
              <a:rPr lang="pt-BR" sz="1400" dirty="0" err="1">
                <a:solidFill>
                  <a:schemeClr val="bg1"/>
                </a:solidFill>
              </a:rPr>
              <a:t>locked</a:t>
            </a:r>
            <a:r>
              <a:rPr lang="pt-BR" sz="1400" dirty="0">
                <a:solidFill>
                  <a:schemeClr val="bg1"/>
                </a:solidFill>
              </a:rPr>
              <a:t> data, it </a:t>
            </a:r>
            <a:r>
              <a:rPr lang="pt-BR" sz="1400" dirty="0" err="1">
                <a:solidFill>
                  <a:schemeClr val="bg1"/>
                </a:solidFill>
              </a:rPr>
              <a:t>will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get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info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from</a:t>
            </a:r>
            <a:r>
              <a:rPr lang="pt-BR" sz="1400" dirty="0">
                <a:solidFill>
                  <a:schemeClr val="bg1"/>
                </a:solidFill>
              </a:rPr>
              <a:t> “Dados Pessoais”)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CPF</a:t>
            </a:r>
            <a:r>
              <a:rPr lang="pt-BR" sz="1400" dirty="0">
                <a:solidFill>
                  <a:schemeClr val="bg1"/>
                </a:solidFill>
              </a:rPr>
              <a:t> (</a:t>
            </a:r>
            <a:r>
              <a:rPr lang="pt-BR" sz="1400" dirty="0" err="1">
                <a:solidFill>
                  <a:schemeClr val="bg1"/>
                </a:solidFill>
              </a:rPr>
              <a:t>locked</a:t>
            </a:r>
            <a:r>
              <a:rPr lang="pt-BR" sz="1400" dirty="0">
                <a:solidFill>
                  <a:schemeClr val="bg1"/>
                </a:solidFill>
              </a:rPr>
              <a:t> data, it </a:t>
            </a:r>
            <a:r>
              <a:rPr lang="pt-BR" sz="1400" dirty="0" err="1">
                <a:solidFill>
                  <a:schemeClr val="bg1"/>
                </a:solidFill>
              </a:rPr>
              <a:t>will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get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info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from</a:t>
            </a:r>
            <a:r>
              <a:rPr lang="pt-BR" sz="1400" dirty="0">
                <a:solidFill>
                  <a:schemeClr val="bg1"/>
                </a:solidFill>
              </a:rPr>
              <a:t> “Dados Pessoais” </a:t>
            </a:r>
            <a:r>
              <a:rPr lang="pt-BR" sz="1400" dirty="0" err="1">
                <a:solidFill>
                  <a:schemeClr val="bg1"/>
                </a:solidFill>
              </a:rPr>
              <a:t>with</a:t>
            </a:r>
            <a:r>
              <a:rPr lang="pt-BR" sz="1400" dirty="0">
                <a:solidFill>
                  <a:schemeClr val="bg1"/>
                </a:solidFill>
              </a:rPr>
              <a:t> a </a:t>
            </a:r>
            <a:r>
              <a:rPr lang="pt-BR" sz="1400" dirty="0" err="1">
                <a:solidFill>
                  <a:schemeClr val="bg1"/>
                </a:solidFill>
              </a:rPr>
              <a:t>mask</a:t>
            </a:r>
            <a:r>
              <a:rPr lang="pt-BR" sz="1400" dirty="0">
                <a:solidFill>
                  <a:schemeClr val="bg1"/>
                </a:solidFill>
              </a:rPr>
              <a:t> like 445.***.***-77)0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7814483-4C7B-4AC4-8428-76EEB61EFDD5}"/>
              </a:ext>
            </a:extLst>
          </p:cNvPr>
          <p:cNvSpPr txBox="1"/>
          <p:nvPr/>
        </p:nvSpPr>
        <p:spPr>
          <a:xfrm>
            <a:off x="5222240" y="1900745"/>
            <a:ext cx="3665118" cy="1169551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$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b="1" dirty="0">
                <a:solidFill>
                  <a:schemeClr val="bg1"/>
                </a:solidFill>
              </a:rPr>
              <a:t>Disponível</a:t>
            </a:r>
            <a:r>
              <a:rPr lang="pt-BR" sz="1400" dirty="0">
                <a:solidFill>
                  <a:schemeClr val="bg1"/>
                </a:solidFill>
              </a:rPr>
              <a:t> (</a:t>
            </a:r>
            <a:r>
              <a:rPr lang="pt-BR" sz="1400" dirty="0" err="1">
                <a:solidFill>
                  <a:schemeClr val="bg1"/>
                </a:solidFill>
              </a:rPr>
              <a:t>from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sales</a:t>
            </a:r>
            <a:r>
              <a:rPr lang="pt-BR" sz="1400" dirty="0">
                <a:solidFill>
                  <a:schemeClr val="bg1"/>
                </a:solidFill>
              </a:rPr>
              <a:t>)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Extrato</a:t>
            </a:r>
            <a:r>
              <a:rPr lang="pt-BR" sz="1400" dirty="0">
                <a:solidFill>
                  <a:schemeClr val="bg1"/>
                </a:solidFill>
              </a:rPr>
              <a:t> (</a:t>
            </a:r>
            <a:r>
              <a:rPr lang="pt-BR" sz="1400" dirty="0" err="1">
                <a:solidFill>
                  <a:schemeClr val="bg1"/>
                </a:solidFill>
              </a:rPr>
              <a:t>all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withdraws</a:t>
            </a:r>
            <a:r>
              <a:rPr lang="pt-BR" sz="1400" dirty="0">
                <a:solidFill>
                  <a:schemeClr val="bg1"/>
                </a:solidFill>
              </a:rPr>
              <a:t>)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Sacar</a:t>
            </a:r>
            <a:r>
              <a:rPr lang="pt-BR" sz="1400" dirty="0">
                <a:solidFill>
                  <a:schemeClr val="bg1"/>
                </a:solidFill>
              </a:rPr>
              <a:t> (</a:t>
            </a:r>
            <a:r>
              <a:rPr lang="pt-BR" sz="1400" dirty="0" err="1">
                <a:solidFill>
                  <a:schemeClr val="bg1"/>
                </a:solidFill>
              </a:rPr>
              <a:t>Insert</a:t>
            </a:r>
            <a:r>
              <a:rPr lang="pt-BR" sz="1400" dirty="0">
                <a:solidFill>
                  <a:schemeClr val="bg1"/>
                </a:solidFill>
              </a:rPr>
              <a:t> a </a:t>
            </a:r>
            <a:r>
              <a:rPr lang="pt-BR" sz="1400" dirty="0" err="1">
                <a:solidFill>
                  <a:schemeClr val="bg1"/>
                </a:solidFill>
              </a:rPr>
              <a:t>button</a:t>
            </a:r>
            <a:r>
              <a:rPr lang="pt-BR" sz="1400" dirty="0">
                <a:solidFill>
                  <a:schemeClr val="bg1"/>
                </a:solidFill>
              </a:rPr>
              <a:t> “Sacar” (</a:t>
            </a:r>
            <a:r>
              <a:rPr lang="pt-BR" sz="1400" dirty="0" err="1">
                <a:solidFill>
                  <a:schemeClr val="bg1"/>
                </a:solidFill>
              </a:rPr>
              <a:t>withdraw</a:t>
            </a:r>
            <a:r>
              <a:rPr lang="pt-BR" sz="1400" dirty="0">
                <a:solidFill>
                  <a:schemeClr val="bg1"/>
                </a:solidFill>
              </a:rPr>
              <a:t>) </a:t>
            </a:r>
            <a:r>
              <a:rPr lang="pt-BR" sz="1400" dirty="0" err="1">
                <a:solidFill>
                  <a:schemeClr val="bg1"/>
                </a:solidFill>
              </a:rPr>
              <a:t>to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mannually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withdraw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Money </a:t>
            </a:r>
            <a:r>
              <a:rPr lang="pt-BR" sz="1400" dirty="0" err="1">
                <a:solidFill>
                  <a:schemeClr val="bg1"/>
                </a:solidFill>
              </a:rPr>
              <a:t>from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plataform</a:t>
            </a:r>
            <a:endParaRPr lang="pt-BR" sz="1400" dirty="0">
              <a:solidFill>
                <a:schemeClr val="bg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116F475-BB19-47C6-8857-E5E3B2D84235}"/>
              </a:ext>
            </a:extLst>
          </p:cNvPr>
          <p:cNvSpPr txBox="1"/>
          <p:nvPr/>
        </p:nvSpPr>
        <p:spPr>
          <a:xfrm>
            <a:off x="5222240" y="3154327"/>
            <a:ext cx="3665118" cy="2031325"/>
          </a:xfrm>
          <a:prstGeom prst="rect">
            <a:avLst/>
          </a:prstGeom>
          <a:solidFill>
            <a:srgbClr val="444444"/>
          </a:solidFill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Banco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Agencia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Conta</a:t>
            </a:r>
          </a:p>
          <a:p>
            <a:r>
              <a:rPr lang="pt-BR" sz="1400" dirty="0">
                <a:solidFill>
                  <a:schemeClr val="bg1"/>
                </a:solidFill>
              </a:rPr>
              <a:t>* </a:t>
            </a:r>
            <a:r>
              <a:rPr lang="pt-BR" sz="1400" b="1" dirty="0">
                <a:solidFill>
                  <a:schemeClr val="bg1"/>
                </a:solidFill>
              </a:rPr>
              <a:t>Pessoa Física ou Jurídica </a:t>
            </a:r>
            <a:r>
              <a:rPr lang="pt-BR" sz="1400" dirty="0">
                <a:solidFill>
                  <a:schemeClr val="bg1"/>
                </a:solidFill>
              </a:rPr>
              <a:t>(</a:t>
            </a:r>
            <a:r>
              <a:rPr lang="pt-BR" sz="1400" dirty="0" err="1">
                <a:solidFill>
                  <a:schemeClr val="bg1"/>
                </a:solidFill>
              </a:rPr>
              <a:t>at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beginnig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will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Only Pessoa Física)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*</a:t>
            </a:r>
            <a:r>
              <a:rPr lang="pt-BR" sz="1400" b="1" dirty="0">
                <a:solidFill>
                  <a:schemeClr val="bg1"/>
                </a:solidFill>
              </a:rPr>
              <a:t>”O CPF da conta bancária deve ser o mesmo registrado no perfil”</a:t>
            </a:r>
            <a:r>
              <a:rPr lang="pt-BR" sz="1400" dirty="0">
                <a:solidFill>
                  <a:schemeClr val="bg1"/>
                </a:solidFill>
              </a:rPr>
              <a:t> (</a:t>
            </a:r>
            <a:r>
              <a:rPr lang="pt-BR" sz="1400" dirty="0" err="1">
                <a:solidFill>
                  <a:schemeClr val="bg1"/>
                </a:solidFill>
              </a:rPr>
              <a:t>It’s</a:t>
            </a:r>
            <a:r>
              <a:rPr lang="pt-BR" sz="1400" dirty="0">
                <a:solidFill>
                  <a:schemeClr val="bg1"/>
                </a:solidFill>
              </a:rPr>
              <a:t> a </a:t>
            </a:r>
            <a:r>
              <a:rPr lang="pt-BR" sz="1400" dirty="0" err="1">
                <a:solidFill>
                  <a:schemeClr val="bg1"/>
                </a:solidFill>
              </a:rPr>
              <a:t>warning</a:t>
            </a:r>
            <a:r>
              <a:rPr lang="pt-BR" sz="1400" dirty="0">
                <a:solidFill>
                  <a:schemeClr val="bg1"/>
                </a:solidFill>
              </a:rPr>
              <a:t>/</a:t>
            </a:r>
            <a:r>
              <a:rPr lang="pt-BR" sz="1400" dirty="0" err="1">
                <a:solidFill>
                  <a:schemeClr val="bg1"/>
                </a:solidFill>
              </a:rPr>
              <a:t>disclaimer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that’s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needs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to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be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inputed</a:t>
            </a:r>
            <a:r>
              <a:rPr lang="pt-BR" sz="1400" dirty="0">
                <a:solidFill>
                  <a:schemeClr val="bg1"/>
                </a:solidFill>
              </a:rPr>
              <a:t> in </a:t>
            </a:r>
            <a:r>
              <a:rPr lang="pt-BR" sz="1400" dirty="0" err="1">
                <a:solidFill>
                  <a:schemeClr val="bg1"/>
                </a:solidFill>
              </a:rPr>
              <a:t>this</a:t>
            </a:r>
            <a:r>
              <a:rPr lang="pt-BR" sz="1400" dirty="0">
                <a:solidFill>
                  <a:schemeClr val="bg1"/>
                </a:solidFill>
              </a:rPr>
              <a:t> </a:t>
            </a:r>
            <a:r>
              <a:rPr lang="pt-BR" sz="1400" dirty="0" err="1">
                <a:solidFill>
                  <a:schemeClr val="bg1"/>
                </a:solidFill>
              </a:rPr>
              <a:t>page</a:t>
            </a:r>
            <a:r>
              <a:rPr lang="pt-BR" sz="1400" dirty="0">
                <a:solidFill>
                  <a:schemeClr val="bg1"/>
                </a:solidFill>
              </a:rPr>
              <a:t> as a </a:t>
            </a:r>
            <a:r>
              <a:rPr lang="pt-BR" sz="1400" dirty="0" err="1">
                <a:solidFill>
                  <a:schemeClr val="bg1"/>
                </a:solidFill>
              </a:rPr>
              <a:t>text</a:t>
            </a:r>
            <a:r>
              <a:rPr lang="pt-B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3C582CB-04D2-4D79-AA1B-11D0E2745892}"/>
              </a:ext>
            </a:extLst>
          </p:cNvPr>
          <p:cNvSpPr txBox="1"/>
          <p:nvPr/>
        </p:nvSpPr>
        <p:spPr>
          <a:xfrm>
            <a:off x="9028936" y="3113521"/>
            <a:ext cx="3163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</a:t>
            </a:r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14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14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brazilians</a:t>
            </a:r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banks</a:t>
            </a:r>
          </a:p>
          <a:p>
            <a:r>
              <a:rPr lang="pt-BR" sz="1400" dirty="0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https://wise.com/br/codigo-do-banco/</a:t>
            </a:r>
            <a:r>
              <a:rPr lang="pt-BR" sz="1400" dirty="0"/>
              <a:t>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AA2B2BA-F7BB-4550-8A67-523731AC856A}"/>
              </a:ext>
            </a:extLst>
          </p:cNvPr>
          <p:cNvSpPr txBox="1"/>
          <p:nvPr/>
        </p:nvSpPr>
        <p:spPr>
          <a:xfrm>
            <a:off x="9028936" y="872530"/>
            <a:ext cx="3163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Resolution</a:t>
            </a:r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14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</a:t>
            </a:r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14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Brazilian</a:t>
            </a:r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Central Bank (BACEN)</a:t>
            </a:r>
          </a:p>
          <a:p>
            <a:r>
              <a:rPr lang="pt-BR" sz="1400" dirty="0">
                <a:hlinkClick r:id="rId6"/>
              </a:rPr>
              <a:t>https://docs.pagar.me/reference/res264346-manual-de-integra%C3%A7%C3%A3o</a:t>
            </a:r>
            <a:endParaRPr lang="pt-BR" sz="1400" dirty="0"/>
          </a:p>
          <a:p>
            <a:r>
              <a:rPr lang="pt-BR" sz="1400" dirty="0"/>
              <a:t> 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E77E224-2A50-4E1B-9910-DB7515EA086C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6207760" y="3298196"/>
            <a:ext cx="2821176" cy="76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E4D71CF-2B7A-43FD-9C90-97C82148D294}"/>
              </a:ext>
            </a:extLst>
          </p:cNvPr>
          <p:cNvSpPr txBox="1"/>
          <p:nvPr/>
        </p:nvSpPr>
        <p:spPr>
          <a:xfrm>
            <a:off x="9028936" y="264671"/>
            <a:ext cx="31630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Marketplace </a:t>
            </a:r>
            <a:r>
              <a:rPr lang="pt-BR" sz="14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</a:t>
            </a:r>
            <a:endParaRPr lang="pt-BR" sz="1400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pt-BR" sz="1400" dirty="0">
                <a:hlinkClick r:id="rId7"/>
              </a:rPr>
              <a:t>https://docs.pagar.me/docs/marketplace</a:t>
            </a:r>
            <a:endParaRPr lang="pt-BR" sz="1400" dirty="0"/>
          </a:p>
          <a:p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85366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340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Cruz</dc:creator>
  <cp:lastModifiedBy>Eduardo Cruz</cp:lastModifiedBy>
  <cp:revision>5</cp:revision>
  <dcterms:created xsi:type="dcterms:W3CDTF">2026-07-03T21:43:01Z</dcterms:created>
  <dcterms:modified xsi:type="dcterms:W3CDTF">2026-07-03T22:11:48Z</dcterms:modified>
</cp:coreProperties>
</file>